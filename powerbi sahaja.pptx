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7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1" r:id="rId24"/>
    <p:sldId id="282" r:id="rId25"/>
    <p:sldId id="259" r:id="rId26"/>
  </p:sldIdLst>
  <p:sldSz cx="12192000" cy="6858000"/>
  <p:notesSz cx="6858000" cy="9144000"/>
  <p:embeddedFontLst>
    <p:embeddedFont>
      <p:font typeface="Lato Black" panose="020F0502020204030203" pitchFamily="34" charset="0"/>
      <p:bold r:id="rId28"/>
      <p:boldItalic r:id="rId29"/>
    </p:embeddedFont>
    <p:embeddedFont>
      <p:font typeface="Libre Baskerville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C209C1-EE07-4F89-9962-50DDD6634623}" v="86" dt="2026-07-12T14:33:42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ajasree-miriyala-8435a936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ajimiriyal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36576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56384-3C8B-2BCF-6B6D-C76D3CADBB22}"/>
              </a:ext>
            </a:extLst>
          </p:cNvPr>
          <p:cNvSpPr txBox="1"/>
          <p:nvPr/>
        </p:nvSpPr>
        <p:spPr>
          <a:xfrm>
            <a:off x="566928" y="3593592"/>
            <a:ext cx="115214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Telangana Weather Data Analysis</a:t>
            </a:r>
            <a:endParaRPr lang="en-IN" sz="4000" b="1" dirty="0">
              <a:latin typeface="+mj-lt"/>
            </a:endParaRPr>
          </a:p>
          <a:p>
            <a:pPr algn="ctr"/>
            <a:endParaRPr lang="en-IN" sz="3000" b="1" dirty="0">
              <a:latin typeface="+mj-lt"/>
            </a:endParaRPr>
          </a:p>
          <a:p>
            <a:pPr algn="ctr"/>
            <a:r>
              <a:rPr lang="en-IN" sz="3000" b="1" dirty="0"/>
              <a:t>                                            </a:t>
            </a:r>
          </a:p>
          <a:p>
            <a:pPr algn="ctr"/>
            <a:r>
              <a:rPr lang="en-IN" sz="3000" b="1" dirty="0"/>
              <a:t>                                                        </a:t>
            </a:r>
            <a:r>
              <a:rPr lang="en-IN" sz="2000" b="1" dirty="0"/>
              <a:t>Presented by:</a:t>
            </a:r>
          </a:p>
          <a:p>
            <a:pPr algn="ctr"/>
            <a:r>
              <a:rPr lang="en-IN" sz="2000" b="1" dirty="0"/>
              <a:t>                                                                                          </a:t>
            </a:r>
            <a:r>
              <a:rPr lang="en-IN" sz="2000" dirty="0" err="1"/>
              <a:t>N.Sahaja</a:t>
            </a:r>
            <a:r>
              <a:rPr lang="en-IN" sz="2000" dirty="0"/>
              <a:t> Reddy</a:t>
            </a:r>
          </a:p>
          <a:p>
            <a:pPr algn="ctr"/>
            <a:r>
              <a:rPr lang="en-IN" sz="2000" dirty="0"/>
              <a:t>                                                                                       Batch No.514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2063788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2400"/>
            </a:pPr>
            <a:r>
              <a:rPr lang="en-US" sz="2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N.Sahaja</a:t>
            </a: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Reddy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Background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B.Tech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in Computer Science Engineering from Narsimha Reddy Engineering College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Why you want to learn Data Analytics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I choose Data Analytics because I like working with data and finding useful insights.                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Calibri"/>
                <a:cs typeface="Times New Roman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2400" b="1" dirty="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 marL="28575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Calibri"/>
                <a:cs typeface="Times New Roman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768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786384"/>
            <a:ext cx="10515600" cy="548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rPr lang="en-IN" dirty="0"/>
              <a:t>Introduction </a:t>
            </a:r>
          </a:p>
          <a:p>
            <a:r>
              <a:rPr lang="en-IN" dirty="0"/>
              <a:t>Problem Statement </a:t>
            </a:r>
          </a:p>
          <a:p>
            <a:r>
              <a:rPr lang="en-IN" dirty="0"/>
              <a:t>Project Objectives </a:t>
            </a:r>
          </a:p>
          <a:p>
            <a:r>
              <a:rPr lang="en-IN" dirty="0"/>
              <a:t>Dataset Description </a:t>
            </a:r>
          </a:p>
          <a:p>
            <a:r>
              <a:rPr lang="en-IN" dirty="0"/>
              <a:t>Tools &amp; Technologies </a:t>
            </a:r>
          </a:p>
          <a:p>
            <a:r>
              <a:rPr lang="en-IN" dirty="0"/>
              <a:t>Data Preparation </a:t>
            </a:r>
          </a:p>
          <a:p>
            <a:r>
              <a:rPr lang="en-IN" dirty="0"/>
              <a:t>Rainfall Analysis Dashboard </a:t>
            </a:r>
          </a:p>
          <a:p>
            <a:r>
              <a:rPr lang="en-IN" dirty="0"/>
              <a:t>Temperature Insights Dashboard </a:t>
            </a:r>
          </a:p>
          <a:p>
            <a:r>
              <a:rPr lang="en-IN" dirty="0"/>
              <a:t>Humidity Patterns Dashboard </a:t>
            </a:r>
          </a:p>
          <a:p>
            <a:r>
              <a:rPr lang="en-IN" dirty="0"/>
              <a:t>Wind Speed Analysis Dashboard </a:t>
            </a:r>
          </a:p>
          <a:p>
            <a:r>
              <a:rPr lang="en-IN" dirty="0"/>
              <a:t>Comprehensive Weather Insights </a:t>
            </a:r>
          </a:p>
          <a:p>
            <a:r>
              <a:rPr lang="en-IN" dirty="0"/>
              <a:t>Key Findings </a:t>
            </a:r>
          </a:p>
          <a:p>
            <a:r>
              <a:rPr lang="en-IN" dirty="0"/>
              <a:t>Future Scope </a:t>
            </a:r>
          </a:p>
          <a:p>
            <a:r>
              <a:rPr lang="en-IN" dirty="0"/>
              <a:t>Conclusion </a:t>
            </a:r>
          </a:p>
          <a:p>
            <a:r>
              <a:rPr lang="en-IN" dirty="0"/>
              <a:t>Questions &amp; Answers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9680-383E-BFD1-BCC0-7E736401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365125"/>
            <a:ext cx="10832592" cy="69557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7A8F4-E938-D6A5-33C6-551D9903C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" y="1060704"/>
            <a:ext cx="10631424" cy="5010912"/>
          </a:xfrm>
        </p:spPr>
        <p:txBody>
          <a:bodyPr>
            <a:normAutofit/>
          </a:bodyPr>
          <a:lstStyle/>
          <a:p>
            <a:r>
              <a:rPr lang="en-IN" sz="2400" dirty="0"/>
              <a:t>Weather analysis is essential for understanding climate conditions and supporting better planning in agriculture, disaster management, transportation, and water resource management.</a:t>
            </a:r>
          </a:p>
          <a:p>
            <a:r>
              <a:rPr lang="en-IN" sz="2400" dirty="0"/>
              <a:t>This project uses Power BI to transform raw weather data into interactive dashboards.</a:t>
            </a:r>
          </a:p>
          <a:p>
            <a:r>
              <a:rPr lang="en-IN" sz="2400" dirty="0"/>
              <a:t>By </a:t>
            </a:r>
            <a:r>
              <a:rPr lang="en-IN" sz="2400" dirty="0" err="1"/>
              <a:t>analyzing</a:t>
            </a:r>
            <a:r>
              <a:rPr lang="en-IN" sz="2400" dirty="0"/>
              <a:t> rainfall, temperature, humidity, and wind speed, users can easily identify trends, seasonal changes, and district-wise weather patterns through visual reports.</a:t>
            </a:r>
          </a:p>
          <a:p>
            <a:r>
              <a:rPr lang="en-IN" sz="2400" dirty="0" err="1"/>
              <a:t>Analyzing</a:t>
            </a:r>
            <a:r>
              <a:rPr lang="en-IN" sz="2400" dirty="0"/>
              <a:t> weather conditions helps identify trends, seasonal variations, and extreme weather events across different regions.</a:t>
            </a:r>
          </a:p>
          <a:p>
            <a:r>
              <a:rPr lang="en-IN" sz="2400" dirty="0"/>
              <a:t>This dashboard presents weather information in a clear and interactive format using Power BI visualizations and DAX measures.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141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D9DF-C829-856A-AD17-4C3525EB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6A60C-A656-A09F-BD99-C43979DE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5296"/>
            <a:ext cx="10515600" cy="4351338"/>
          </a:xfrm>
        </p:spPr>
        <p:txBody>
          <a:bodyPr/>
          <a:lstStyle/>
          <a:p>
            <a:r>
              <a:rPr lang="en-IN" dirty="0"/>
              <a:t>Weather data is available in large volumes and is difficult to interpret manually.</a:t>
            </a:r>
          </a:p>
          <a:p>
            <a:r>
              <a:rPr lang="en-IN" dirty="0"/>
              <a:t>Comparing weather conditions across districts and years is time-consuming.</a:t>
            </a:r>
          </a:p>
          <a:p>
            <a:r>
              <a:rPr lang="en-IN" dirty="0"/>
              <a:t>Traditional reports lack interactive analysis.</a:t>
            </a:r>
          </a:p>
          <a:p>
            <a:r>
              <a:rPr lang="en-IN" dirty="0"/>
              <a:t>Decision-makers need a dashboard to monitor weather trends and detect unusual weather events quickly.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16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B9C7-0BEE-C276-2537-792F0C5B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89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24204-16BD-0245-0B7D-094FF906C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3312"/>
            <a:ext cx="10515600" cy="4823651"/>
          </a:xfrm>
        </p:spPr>
        <p:txBody>
          <a:bodyPr/>
          <a:lstStyle/>
          <a:p>
            <a:r>
              <a:rPr lang="en-IN" sz="3000" dirty="0" err="1"/>
              <a:t>Analyze</a:t>
            </a:r>
            <a:r>
              <a:rPr lang="en-IN" sz="3000" dirty="0"/>
              <a:t> rainfall, temperature, humidity, and wind speed.</a:t>
            </a:r>
          </a:p>
          <a:p>
            <a:r>
              <a:rPr lang="en-IN" sz="3000" dirty="0"/>
              <a:t>Compare weather conditions across districts and mandals.</a:t>
            </a:r>
          </a:p>
          <a:p>
            <a:r>
              <a:rPr lang="en-IN" sz="3000" dirty="0"/>
              <a:t>Identify seasonal weather patterns.</a:t>
            </a:r>
          </a:p>
          <a:p>
            <a:r>
              <a:rPr lang="en-IN" sz="3000" dirty="0"/>
              <a:t>Detect extreme weather events and anomalies.</a:t>
            </a:r>
          </a:p>
          <a:p>
            <a:r>
              <a:rPr lang="en-IN" sz="3000" dirty="0"/>
              <a:t>Create interactive dashboards with filters and slicers.</a:t>
            </a:r>
          </a:p>
          <a:p>
            <a:r>
              <a:rPr lang="en-IN" sz="3000" dirty="0"/>
              <a:t>Provide meaningful insights through data visualization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851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64E3-935A-4160-4E66-D3C25D1E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4" y="100585"/>
            <a:ext cx="10643616" cy="73151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3A073-E44A-CD63-752E-E646CC018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184" y="722376"/>
            <a:ext cx="10515600" cy="5065776"/>
          </a:xfrm>
        </p:spPr>
        <p:txBody>
          <a:bodyPr>
            <a:normAutofit fontScale="85000" lnSpcReduction="20000"/>
          </a:bodyPr>
          <a:lstStyle/>
          <a:p>
            <a:r>
              <a:rPr lang="en-IN" sz="2500" b="1" dirty="0"/>
              <a:t>Dataset Overview:</a:t>
            </a:r>
            <a:r>
              <a:rPr lang="en-IN" sz="2400" dirty="0"/>
              <a:t> The dataset contains daily weather observations collected for multiple districts and mandals.</a:t>
            </a:r>
          </a:p>
          <a:p>
            <a:r>
              <a:rPr lang="en-IN" sz="2400" b="1" dirty="0"/>
              <a:t>Attributes:</a:t>
            </a:r>
          </a:p>
          <a:p>
            <a:r>
              <a:rPr lang="en-IN" sz="2000" dirty="0"/>
              <a:t>Date</a:t>
            </a:r>
          </a:p>
          <a:p>
            <a:r>
              <a:rPr lang="en-IN" sz="2000" dirty="0"/>
              <a:t>District</a:t>
            </a:r>
          </a:p>
          <a:p>
            <a:r>
              <a:rPr lang="en-IN" sz="2000" dirty="0"/>
              <a:t>Mandal</a:t>
            </a:r>
          </a:p>
          <a:p>
            <a:r>
              <a:rPr lang="en-IN" sz="2000" dirty="0"/>
              <a:t>Rainfall(mm)</a:t>
            </a:r>
          </a:p>
          <a:p>
            <a:r>
              <a:rPr lang="en-IN" sz="2000" dirty="0"/>
              <a:t>Temperature</a:t>
            </a:r>
          </a:p>
          <a:p>
            <a:r>
              <a:rPr lang="en-IN" sz="2000" dirty="0"/>
              <a:t>Humidity</a:t>
            </a:r>
          </a:p>
          <a:p>
            <a:r>
              <a:rPr lang="en-IN" sz="2000" dirty="0"/>
              <a:t>Wind Speed</a:t>
            </a:r>
          </a:p>
          <a:p>
            <a:r>
              <a:rPr lang="en-IN" sz="2200" b="1" dirty="0"/>
              <a:t>Years Included:</a:t>
            </a:r>
          </a:p>
          <a:p>
            <a:r>
              <a:rPr lang="en-IN" sz="2100" dirty="0"/>
              <a:t>2021 </a:t>
            </a:r>
          </a:p>
          <a:p>
            <a:r>
              <a:rPr lang="en-IN" sz="2100" dirty="0"/>
              <a:t>2022 </a:t>
            </a:r>
          </a:p>
          <a:p>
            <a:r>
              <a:rPr lang="en-IN" sz="2100" dirty="0"/>
              <a:t>2023 </a:t>
            </a:r>
          </a:p>
          <a:p>
            <a:r>
              <a:rPr lang="en-IN" sz="2100" dirty="0"/>
              <a:t>2024 </a:t>
            </a:r>
          </a:p>
          <a:p>
            <a:endParaRPr lang="en-IN" sz="22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1719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3993-6095-02F6-64D8-41DE7AC87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365125"/>
            <a:ext cx="10677144" cy="69557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Tools &amp; Technologies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DADAF-4C64-65C7-D7E9-062AA202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1060704"/>
            <a:ext cx="10823448" cy="5116259"/>
          </a:xfrm>
        </p:spPr>
        <p:txBody>
          <a:bodyPr/>
          <a:lstStyle/>
          <a:p>
            <a:r>
              <a:rPr lang="en-IN" b="1" dirty="0"/>
              <a:t>Tools Used:</a:t>
            </a:r>
          </a:p>
          <a:p>
            <a:r>
              <a:rPr lang="en-IN" b="1" dirty="0"/>
              <a:t>Power BI</a:t>
            </a:r>
          </a:p>
          <a:p>
            <a:r>
              <a:rPr lang="en-IN" dirty="0"/>
              <a:t>Used to create dashboards, reports, and interactive visualizations.</a:t>
            </a:r>
          </a:p>
          <a:p>
            <a:r>
              <a:rPr lang="en-IN" b="1" dirty="0"/>
              <a:t>Power Query</a:t>
            </a:r>
          </a:p>
          <a:p>
            <a:r>
              <a:rPr lang="en-IN" dirty="0"/>
              <a:t>Used for importing, cleaning, and transforming data.</a:t>
            </a:r>
          </a:p>
          <a:p>
            <a:r>
              <a:rPr lang="en-IN" b="1" dirty="0"/>
              <a:t>DAX</a:t>
            </a:r>
          </a:p>
          <a:p>
            <a:r>
              <a:rPr lang="en-IN" dirty="0"/>
              <a:t>Used to calculate KPIs, averages, totals, rankings, and custom measures.</a:t>
            </a:r>
          </a:p>
          <a:p>
            <a:r>
              <a:rPr lang="en-IN" b="1" dirty="0"/>
              <a:t>Excel/CSV</a:t>
            </a:r>
          </a:p>
          <a:p>
            <a:r>
              <a:rPr lang="en-IN" dirty="0"/>
              <a:t>Used as the source format for weather datasets.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8116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5727-8F4E-C381-2C0E-94A6FFFF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365125"/>
            <a:ext cx="10448544" cy="85102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084EE-D0AB-C210-0D11-F0E53AEB9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216152"/>
            <a:ext cx="10622280" cy="4960811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Data Cleaning &amp; Preparation</a:t>
            </a:r>
          </a:p>
          <a:p>
            <a:r>
              <a:rPr lang="en-IN" dirty="0"/>
              <a:t>Before creating dashboards, the dataset was cleaned using Power Query.</a:t>
            </a:r>
          </a:p>
          <a:p>
            <a:r>
              <a:rPr lang="en-IN" b="1" dirty="0"/>
              <a:t>Steps Performed</a:t>
            </a:r>
          </a:p>
          <a:p>
            <a:r>
              <a:rPr lang="en-IN" dirty="0"/>
              <a:t>Imported multiple yearly datasets. </a:t>
            </a:r>
          </a:p>
          <a:p>
            <a:r>
              <a:rPr lang="en-IN" dirty="0"/>
              <a:t>Combined all years into a single dataset. </a:t>
            </a:r>
          </a:p>
          <a:p>
            <a:r>
              <a:rPr lang="en-IN" dirty="0"/>
              <a:t>Removed duplicate records. </a:t>
            </a:r>
          </a:p>
          <a:p>
            <a:r>
              <a:rPr lang="en-IN" dirty="0"/>
              <a:t>Replaced null values. </a:t>
            </a:r>
          </a:p>
          <a:p>
            <a:r>
              <a:rPr lang="en-IN" dirty="0"/>
              <a:t>Corrected data types. </a:t>
            </a:r>
          </a:p>
          <a:p>
            <a:r>
              <a:rPr lang="en-IN" dirty="0"/>
              <a:t>Created Year, Month, and Season columns. </a:t>
            </a:r>
          </a:p>
          <a:p>
            <a:r>
              <a:rPr lang="en-IN" dirty="0"/>
              <a:t>Verified data consistency.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89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A3A85-C627-ADF2-9442-09BCBBD7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Rainfall Analysis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32540-2B62-A811-62B5-AE1EE2B09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7280"/>
            <a:ext cx="10515600" cy="4965191"/>
          </a:xfrm>
        </p:spPr>
        <p:txBody>
          <a:bodyPr>
            <a:normAutofit/>
          </a:bodyPr>
          <a:lstStyle/>
          <a:p>
            <a:r>
              <a:rPr lang="en-IN" sz="2500" b="1" dirty="0"/>
              <a:t>Rainfall Analysis</a:t>
            </a:r>
          </a:p>
          <a:p>
            <a:r>
              <a:rPr lang="en-IN" sz="2500" dirty="0"/>
              <a:t>This dashboard focuses on rainfall patterns across districts.</a:t>
            </a:r>
          </a:p>
          <a:p>
            <a:r>
              <a:rPr lang="en-IN" sz="2500" b="1" dirty="0"/>
              <a:t>Key Insights</a:t>
            </a:r>
          </a:p>
          <a:p>
            <a:r>
              <a:rPr lang="en-IN" sz="2500" dirty="0"/>
              <a:t>District with the highest average rainfall. </a:t>
            </a:r>
          </a:p>
          <a:p>
            <a:r>
              <a:rPr lang="en-IN" sz="2500" dirty="0"/>
              <a:t>Monthly rainfall trends. </a:t>
            </a:r>
          </a:p>
          <a:p>
            <a:r>
              <a:rPr lang="en-IN" sz="2500" dirty="0"/>
              <a:t>Seasonal rainfall analysis. </a:t>
            </a:r>
          </a:p>
          <a:p>
            <a:r>
              <a:rPr lang="en-IN" sz="2500" dirty="0"/>
              <a:t>Annual rainfall comparison. </a:t>
            </a:r>
          </a:p>
          <a:p>
            <a:r>
              <a:rPr lang="en-IN" sz="2500" dirty="0"/>
              <a:t>Rainfall intensity by district. </a:t>
            </a:r>
          </a:p>
          <a:p>
            <a:r>
              <a:rPr lang="en-IN" sz="2500" dirty="0"/>
              <a:t>Detection of rainfall anomalies. </a:t>
            </a:r>
          </a:p>
          <a:p>
            <a:r>
              <a:rPr lang="en-IN" sz="2500" dirty="0"/>
              <a:t>Monthly rainfall contribution percentage.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5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15B4-C723-70FE-D1ED-92CBED58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5C833-E945-D8ED-E10A-9D38C1CBD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A630B-3F3E-91CA-E928-5D489C7D4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87605"/>
            <a:ext cx="10698480" cy="608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18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628D-3627-E97E-12FA-99BC47F1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Temperature Insights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DE924-0550-076D-8A30-71ED66ECD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188720"/>
            <a:ext cx="10622280" cy="4988243"/>
          </a:xfrm>
        </p:spPr>
        <p:txBody>
          <a:bodyPr>
            <a:normAutofit/>
          </a:bodyPr>
          <a:lstStyle/>
          <a:p>
            <a:r>
              <a:rPr lang="en-IN" sz="2500" b="1" dirty="0"/>
              <a:t>Temperature Insights</a:t>
            </a:r>
          </a:p>
          <a:p>
            <a:r>
              <a:rPr lang="en-IN" sz="2500" dirty="0"/>
              <a:t>This dashboard provides detailed temperature analysis.</a:t>
            </a:r>
          </a:p>
          <a:p>
            <a:r>
              <a:rPr lang="en-IN" sz="2500" b="1" dirty="0"/>
              <a:t>Key Insights</a:t>
            </a:r>
          </a:p>
          <a:p>
            <a:r>
              <a:rPr lang="en-IN" sz="2500" dirty="0"/>
              <a:t>Average minimum and maximum temperatures. </a:t>
            </a:r>
          </a:p>
          <a:p>
            <a:r>
              <a:rPr lang="en-IN" sz="2500" dirty="0"/>
              <a:t>Daily temperature range. </a:t>
            </a:r>
          </a:p>
          <a:p>
            <a:r>
              <a:rPr lang="en-IN" sz="2500" dirty="0"/>
              <a:t>Seasonal temperature changes. </a:t>
            </a:r>
          </a:p>
          <a:p>
            <a:r>
              <a:rPr lang="en-IN" sz="2500" dirty="0"/>
              <a:t>Extreme temperature periods. </a:t>
            </a:r>
          </a:p>
          <a:p>
            <a:r>
              <a:rPr lang="en-IN" sz="2500" dirty="0"/>
              <a:t>District-wise comparison. </a:t>
            </a:r>
          </a:p>
          <a:p>
            <a:r>
              <a:rPr lang="en-IN" sz="2500" dirty="0"/>
              <a:t>Temperature distribution throughout the year. </a:t>
            </a:r>
          </a:p>
          <a:p>
            <a:r>
              <a:rPr lang="en-IN" sz="2500" dirty="0"/>
              <a:t>Temperature trend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FA7A-FD76-BABE-D618-09044789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7FE14-EC24-E485-8A79-16954B637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F3A56-FF7E-9E36-B15D-51A78FC3A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310"/>
            <a:ext cx="10515600" cy="592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64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155D-90C8-E152-000C-5C3878AB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622280" cy="7961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Humidity Patterns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9A296-2A10-CA1B-0295-6913B4A1D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161288"/>
            <a:ext cx="10530840" cy="4631627"/>
          </a:xfrm>
        </p:spPr>
        <p:txBody>
          <a:bodyPr>
            <a:normAutofit fontScale="92500" lnSpcReduction="10000"/>
          </a:bodyPr>
          <a:lstStyle/>
          <a:p>
            <a:r>
              <a:rPr lang="en-IN" sz="2700" b="1" dirty="0"/>
              <a:t>Humidity Analysis</a:t>
            </a:r>
          </a:p>
          <a:p>
            <a:r>
              <a:rPr lang="en-IN" sz="2700" dirty="0"/>
              <a:t>The dashboard helps understand humidity variations.</a:t>
            </a:r>
          </a:p>
          <a:p>
            <a:r>
              <a:rPr lang="en-IN" sz="2700" b="1" dirty="0"/>
              <a:t>Key Insights</a:t>
            </a:r>
          </a:p>
          <a:p>
            <a:r>
              <a:rPr lang="en-IN" sz="2700" dirty="0"/>
              <a:t>Average humidity across districts. </a:t>
            </a:r>
          </a:p>
          <a:p>
            <a:r>
              <a:rPr lang="en-IN" sz="2700" dirty="0"/>
              <a:t>Seasonal humidity changes. </a:t>
            </a:r>
          </a:p>
          <a:p>
            <a:r>
              <a:rPr lang="en-IN" sz="2700" dirty="0"/>
              <a:t>Daily humidity range. </a:t>
            </a:r>
          </a:p>
          <a:p>
            <a:r>
              <a:rPr lang="en-IN" sz="2700" dirty="0"/>
              <a:t>Humidity distribution. </a:t>
            </a:r>
          </a:p>
          <a:p>
            <a:r>
              <a:rPr lang="en-IN" sz="2700" dirty="0"/>
              <a:t>Extreme humidity periods. </a:t>
            </a:r>
          </a:p>
          <a:p>
            <a:r>
              <a:rPr lang="en-IN" sz="2700" dirty="0"/>
              <a:t>Comparison between districts. </a:t>
            </a:r>
          </a:p>
          <a:p>
            <a:r>
              <a:rPr lang="en-IN" sz="2700" dirty="0"/>
              <a:t>Detection of humidity anomalies.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31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BCCA-04FA-978B-C244-719FE23D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43E84-1325-F859-9D3B-AB78A72A8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2378B-157E-CB5B-A122-ACDC2E7C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295"/>
            <a:ext cx="10515600" cy="59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08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E4FE-BFF4-DBD6-5ECE-26794A33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Wind Speed Analysis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66D25-7AC2-48C7-D7AE-34EC39ED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4" y="1051560"/>
            <a:ext cx="10658856" cy="5134547"/>
          </a:xfrm>
        </p:spPr>
        <p:txBody>
          <a:bodyPr>
            <a:normAutofit/>
          </a:bodyPr>
          <a:lstStyle/>
          <a:p>
            <a:r>
              <a:rPr lang="en-IN" sz="2500" b="1" dirty="0"/>
              <a:t>Wind Speed Analysis</a:t>
            </a:r>
          </a:p>
          <a:p>
            <a:r>
              <a:rPr lang="en-IN" sz="2500" dirty="0"/>
              <a:t>This dashboard </a:t>
            </a:r>
            <a:r>
              <a:rPr lang="en-IN" sz="2500" dirty="0" err="1"/>
              <a:t>analyzes</a:t>
            </a:r>
            <a:r>
              <a:rPr lang="en-IN" sz="2500" dirty="0"/>
              <a:t> wind speed variations across districts.</a:t>
            </a:r>
          </a:p>
          <a:p>
            <a:r>
              <a:rPr lang="en-IN" sz="2500" b="1" dirty="0"/>
              <a:t>Key Insights</a:t>
            </a:r>
          </a:p>
          <a:p>
            <a:r>
              <a:rPr lang="en-IN" sz="2500" dirty="0"/>
              <a:t>Average wind speed. </a:t>
            </a:r>
          </a:p>
          <a:p>
            <a:r>
              <a:rPr lang="en-IN" sz="2500" dirty="0"/>
              <a:t>Daily wind speed range. </a:t>
            </a:r>
          </a:p>
          <a:p>
            <a:r>
              <a:rPr lang="en-IN" sz="2500" dirty="0"/>
              <a:t>Maximum and minimum wind speeds. </a:t>
            </a:r>
          </a:p>
          <a:p>
            <a:r>
              <a:rPr lang="en-IN" sz="2500" dirty="0"/>
              <a:t>Wind speed distribution. </a:t>
            </a:r>
          </a:p>
          <a:p>
            <a:r>
              <a:rPr lang="en-IN" sz="2500" dirty="0"/>
              <a:t>Seasonal wind patterns. </a:t>
            </a:r>
          </a:p>
          <a:p>
            <a:r>
              <a:rPr lang="en-IN" sz="2500" dirty="0"/>
              <a:t>Extreme wind events. </a:t>
            </a:r>
          </a:p>
          <a:p>
            <a:r>
              <a:rPr lang="en-IN" sz="2500" dirty="0"/>
              <a:t>District comparison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51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B8CB-E064-426F-7362-179738461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EC88D-42B0-0561-D399-416216756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4D587-4770-094E-D4F4-41C8709CD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064"/>
            <a:ext cx="10515600" cy="60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8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863F-05DE-539B-CBDA-AC990BE6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75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Comprehensive Weather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5A9F4-EC15-E67B-3837-0029B2FB4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325880"/>
            <a:ext cx="10646664" cy="4540187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Comprehensive Weather Insights</a:t>
            </a:r>
          </a:p>
          <a:p>
            <a:r>
              <a:rPr lang="en-IN" dirty="0"/>
              <a:t>This dashboard combines all weather parameters into one report.</a:t>
            </a:r>
          </a:p>
          <a:p>
            <a:r>
              <a:rPr lang="en-IN" b="1" dirty="0"/>
              <a:t>Includes</a:t>
            </a:r>
          </a:p>
          <a:p>
            <a:r>
              <a:rPr lang="en-IN" dirty="0"/>
              <a:t>Rainfall analysis </a:t>
            </a:r>
          </a:p>
          <a:p>
            <a:r>
              <a:rPr lang="en-IN" dirty="0"/>
              <a:t>Temperature analysis </a:t>
            </a:r>
          </a:p>
          <a:p>
            <a:r>
              <a:rPr lang="en-IN" dirty="0"/>
              <a:t>Humidity analysis </a:t>
            </a:r>
          </a:p>
          <a:p>
            <a:r>
              <a:rPr lang="en-IN" dirty="0"/>
              <a:t>Wind speed analysis </a:t>
            </a:r>
          </a:p>
          <a:p>
            <a:r>
              <a:rPr lang="en-IN" dirty="0"/>
              <a:t>Weather trends </a:t>
            </a:r>
          </a:p>
          <a:p>
            <a:r>
              <a:rPr lang="en-IN" dirty="0"/>
              <a:t>Seasonal analysis </a:t>
            </a:r>
          </a:p>
          <a:p>
            <a:r>
              <a:rPr lang="en-IN" dirty="0"/>
              <a:t>District comparison </a:t>
            </a:r>
          </a:p>
          <a:p>
            <a:r>
              <a:rPr lang="en-IN" dirty="0"/>
              <a:t>Interactive filters and slicers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102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D8CE-0809-C550-CF0C-0D62A529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395FB-48F5-0341-F75A-DC989E8F7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06E19-D8CE-D39E-BB74-6A6D5DFC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16878"/>
            <a:ext cx="10613135" cy="596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07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2880-C091-ADAB-413E-2E79909F3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Power BI Visualizations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966D5-4076-A67D-3445-F0B55FFE2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097280"/>
            <a:ext cx="10594848" cy="507968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Visualizations</a:t>
            </a:r>
          </a:p>
          <a:p>
            <a:r>
              <a:rPr lang="en-IN" dirty="0"/>
              <a:t>The dashboard uses multiple visualizations to improve analysis.</a:t>
            </a:r>
          </a:p>
          <a:p>
            <a:r>
              <a:rPr lang="en-IN" b="1" dirty="0"/>
              <a:t>Visuals Used</a:t>
            </a:r>
          </a:p>
          <a:p>
            <a:r>
              <a:rPr lang="en-IN" dirty="0"/>
              <a:t>KPI Cards </a:t>
            </a:r>
          </a:p>
          <a:p>
            <a:r>
              <a:rPr lang="en-IN" dirty="0"/>
              <a:t>Line Charts </a:t>
            </a:r>
          </a:p>
          <a:p>
            <a:r>
              <a:rPr lang="en-IN" dirty="0"/>
              <a:t>Clustered Bar Charts </a:t>
            </a:r>
          </a:p>
          <a:p>
            <a:r>
              <a:rPr lang="en-IN" dirty="0"/>
              <a:t>Column Charts </a:t>
            </a:r>
          </a:p>
          <a:p>
            <a:r>
              <a:rPr lang="en-IN" dirty="0"/>
              <a:t>Scatter Charts </a:t>
            </a:r>
          </a:p>
          <a:p>
            <a:r>
              <a:rPr lang="en-IN" dirty="0"/>
              <a:t>Filled Maps </a:t>
            </a:r>
          </a:p>
          <a:p>
            <a:r>
              <a:rPr lang="en-IN" dirty="0"/>
              <a:t>Matrix </a:t>
            </a:r>
          </a:p>
          <a:p>
            <a:r>
              <a:rPr lang="en-IN" dirty="0"/>
              <a:t>Slicers </a:t>
            </a:r>
          </a:p>
          <a:p>
            <a:r>
              <a:rPr lang="en-IN" dirty="0"/>
              <a:t>Tables </a:t>
            </a:r>
          </a:p>
          <a:p>
            <a:r>
              <a:rPr lang="en-IN" dirty="0"/>
              <a:t>Filters </a:t>
            </a:r>
          </a:p>
          <a:p>
            <a:r>
              <a:rPr lang="en-IN" dirty="0"/>
              <a:t>These visuals help users </a:t>
            </a:r>
            <a:r>
              <a:rPr lang="en-IN" dirty="0" err="1"/>
              <a:t>analyze</a:t>
            </a:r>
            <a:r>
              <a:rPr lang="en-IN" dirty="0"/>
              <a:t> data efficiently and interactively.</a:t>
            </a:r>
          </a:p>
        </p:txBody>
      </p:sp>
    </p:spTree>
    <p:extLst>
      <p:ext uri="{BB962C8B-B14F-4D97-AF65-F5344CB8AC3E}">
        <p14:creationId xmlns:p14="http://schemas.microsoft.com/office/powerpoint/2010/main" val="3172150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5832-928D-B7B2-A446-D72BDD9F0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00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Key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41F17-C152-4D38-384A-ECF215BA7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7280"/>
            <a:ext cx="10515600" cy="5079683"/>
          </a:xfrm>
        </p:spPr>
        <p:txBody>
          <a:bodyPr/>
          <a:lstStyle/>
          <a:p>
            <a:r>
              <a:rPr lang="en-IN" b="1" dirty="0"/>
              <a:t>Project Findings</a:t>
            </a:r>
          </a:p>
          <a:p>
            <a:r>
              <a:rPr lang="en-IN" dirty="0"/>
              <a:t>Rainfall varies significantly across districts. </a:t>
            </a:r>
          </a:p>
          <a:p>
            <a:r>
              <a:rPr lang="en-IN" dirty="0"/>
              <a:t>Temperature is highest during the summer season. </a:t>
            </a:r>
          </a:p>
          <a:p>
            <a:r>
              <a:rPr lang="en-IN" dirty="0"/>
              <a:t>Humidity increases during the monsoon season. </a:t>
            </a:r>
          </a:p>
          <a:p>
            <a:r>
              <a:rPr lang="en-IN" dirty="0"/>
              <a:t>Wind speed changes depending on the season and district. </a:t>
            </a:r>
          </a:p>
          <a:p>
            <a:r>
              <a:rPr lang="en-IN" dirty="0"/>
              <a:t>Interactive dashboards simplify weather monitoring. </a:t>
            </a:r>
          </a:p>
          <a:p>
            <a:r>
              <a:rPr lang="en-IN" dirty="0"/>
              <a:t>DAX measures provide dynamic and real-time calculations. </a:t>
            </a:r>
          </a:p>
          <a:p>
            <a:r>
              <a:rPr lang="en-IN" dirty="0"/>
              <a:t>Visual reports make decision-making easier.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57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0545-3477-5269-4918-3C006F89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365125"/>
            <a:ext cx="10448544" cy="72301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565EE-DA08-FF74-E803-835229043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5256" y="1289304"/>
            <a:ext cx="10448544" cy="4887659"/>
          </a:xfrm>
        </p:spPr>
        <p:txBody>
          <a:bodyPr/>
          <a:lstStyle/>
          <a:p>
            <a:r>
              <a:rPr lang="en-IN" b="1" dirty="0"/>
              <a:t>Future Enhancements</a:t>
            </a:r>
          </a:p>
          <a:p>
            <a:r>
              <a:rPr lang="en-IN" dirty="0"/>
              <a:t>Integrate live weather APIs. </a:t>
            </a:r>
          </a:p>
          <a:p>
            <a:r>
              <a:rPr lang="en-IN" dirty="0"/>
              <a:t>Add weather forecasting using Machine Learning. </a:t>
            </a:r>
          </a:p>
          <a:p>
            <a:r>
              <a:rPr lang="en-IN" dirty="0"/>
              <a:t>Build mobile-friendly dashboards. </a:t>
            </a:r>
          </a:p>
          <a:p>
            <a:r>
              <a:rPr lang="en-IN" dirty="0"/>
              <a:t>Include air quality and pollution data. </a:t>
            </a:r>
          </a:p>
          <a:p>
            <a:r>
              <a:rPr lang="en-IN" dirty="0"/>
              <a:t>Enable real-time weather alerts. </a:t>
            </a:r>
          </a:p>
          <a:p>
            <a:r>
              <a:rPr lang="en-IN" dirty="0"/>
              <a:t>Publish dashboards on the Power BI Service for online access.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411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CC80-5D70-EE4E-DE81-9093053E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B4CFB-5F1E-3E28-9CEA-0F0282C78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project demonstrates how Power BI can be used to transform raw weather data into meaningful visual insights. </a:t>
            </a:r>
          </a:p>
          <a:p>
            <a:r>
              <a:rPr lang="en-IN" dirty="0"/>
              <a:t>By </a:t>
            </a:r>
            <a:r>
              <a:rPr lang="en-IN" dirty="0" err="1"/>
              <a:t>analyzing</a:t>
            </a:r>
            <a:r>
              <a:rPr lang="en-IN" dirty="0"/>
              <a:t> rainfall, temperature, humidity, and wind speed, the dashboard helps identify trends, compare districts, and detect unusual weather events. </a:t>
            </a:r>
          </a:p>
          <a:p>
            <a:r>
              <a:rPr lang="en-IN" dirty="0"/>
              <a:t>The use of DAX, Power Query, and interactive visualizations makes the analysis accurate, efficient,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179443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A174-FC8E-DBFB-A1B9-885ADD8B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B7508-BC49-2A0C-5354-783D2EB0C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classroom blackboard with &quot;Q &amp; A &quot; and question mark symbol written messily with some maths equations written in white chalk. Minimalist. Designed for presentation slides.">
            <a:extLst>
              <a:ext uri="{FF2B5EF4-FFF2-40B4-BE49-F238E27FC236}">
                <a16:creationId xmlns:a16="http://schemas.microsoft.com/office/drawing/2014/main" id="{6F6F58E7-E9BA-DE5D-089C-3F488E896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94" y="271306"/>
            <a:ext cx="10710705" cy="5908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046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891</Words>
  <Application>Microsoft Office PowerPoint</Application>
  <PresentationFormat>Widescreen</PresentationFormat>
  <Paragraphs>178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Lato Black</vt:lpstr>
      <vt:lpstr>Libre Baskerville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Agenda </vt:lpstr>
      <vt:lpstr>Introduction</vt:lpstr>
      <vt:lpstr>Problem Statement</vt:lpstr>
      <vt:lpstr>Project Objectives</vt:lpstr>
      <vt:lpstr>Dataset Description</vt:lpstr>
      <vt:lpstr>Tools &amp; Technologies</vt:lpstr>
      <vt:lpstr>Data Preprocessing</vt:lpstr>
      <vt:lpstr>Rainfall Analysis Dashboard</vt:lpstr>
      <vt:lpstr>PowerPoint Presentation</vt:lpstr>
      <vt:lpstr>Temperature Insights Dashboard</vt:lpstr>
      <vt:lpstr>PowerPoint Presentation</vt:lpstr>
      <vt:lpstr>Humidity Patterns Dashboard</vt:lpstr>
      <vt:lpstr>PowerPoint Presentation</vt:lpstr>
      <vt:lpstr>Wind Speed Analysis Dashboard</vt:lpstr>
      <vt:lpstr>PowerPoint Presentation</vt:lpstr>
      <vt:lpstr>Comprehensive Weather Dashboard</vt:lpstr>
      <vt:lpstr>PowerPoint Presentation</vt:lpstr>
      <vt:lpstr>Power BI Visualizations Used</vt:lpstr>
      <vt:lpstr>Key Findings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sahaja reddy</cp:lastModifiedBy>
  <cp:revision>2</cp:revision>
  <dcterms:created xsi:type="dcterms:W3CDTF">2021-02-16T05:19:01Z</dcterms:created>
  <dcterms:modified xsi:type="dcterms:W3CDTF">2026-07-12T14:38:41Z</dcterms:modified>
</cp:coreProperties>
</file>